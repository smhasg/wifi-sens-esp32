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2651760"/>
            <a:ext cx="5852160" cy="5852160"/>
          </a:xfrm>
          <a:prstGeom prst="ellipse">
            <a:avLst/>
          </a:prstGeom>
          <a:ln w="17780">
            <a:solidFill>
              <a:srgbClr val="00B8A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383280"/>
            <a:ext cx="4389120" cy="4389120"/>
          </a:xfrm>
          <a:prstGeom prst="ellipse">
            <a:avLst/>
          </a:prstGeom>
          <a:ln w="17780">
            <a:solidFill>
              <a:srgbClr val="00B8A0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114800"/>
            <a:ext cx="2926080" cy="2926080"/>
          </a:xfrm>
          <a:prstGeom prst="ellipse">
            <a:avLst/>
          </a:prstGeom>
          <a:ln w="17780">
            <a:solidFill>
              <a:srgbClr val="00B8A0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4846320"/>
            <a:ext cx="1463040" cy="1463040"/>
          </a:xfrm>
          <a:prstGeom prst="ellipse">
            <a:avLst/>
          </a:prstGeom>
          <a:ln w="17780">
            <a:solidFill>
              <a:srgbClr val="00B8A0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5120640"/>
            <a:ext cx="914400" cy="91440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7" name="Image 0" descr="/home/claude/wifi_sense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5349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WiFi-Sense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822960" y="3246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تشخیص حضور انسان با تحلیل سیگنال‌های وای‌فای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B8C4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پروژه مبتنی بر ماژول‌های ESP32 و یادگیری ماشین  •  حس‌گری بی‌سیم بدون دوربین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ایده اصلی پروژه چیست؟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921240" y="159105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4" name="Text 2"/>
          <p:cNvSpPr/>
          <p:nvPr/>
        </p:nvSpPr>
        <p:spPr>
          <a:xfrm>
            <a:off x="5760720" y="143560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امواج وای‌فای هنگام برخورد و عبور از بدن انسان، دچار تغییراتی در قدرت و الگوی سیگنال می‌شوند.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921240" y="282549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6" name="Text 4"/>
          <p:cNvSpPr/>
          <p:nvPr/>
        </p:nvSpPr>
        <p:spPr>
          <a:xfrm>
            <a:off x="5760720" y="267004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ثبت و تحلیل همین تغییرات، می‌توان بدون استفاده از دوربین، حضور افراد در یک فضا را تشخیص داد.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921240" y="405993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390448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روشی که به حریم خصوصی افراد آسیبی نمی‌زند و در تاریکی و پشت دیوار هم عملکرد دارد.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4846320" cy="4709160"/>
          </a:xfrm>
          <a:prstGeom prst="roundRect">
            <a:avLst>
              <a:gd name="adj" fmla="val 2718"/>
            </a:avLst>
          </a:prstGeom>
          <a:solidFill>
            <a:srgbClr val="0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1508760" y="2194560"/>
            <a:ext cx="3108960" cy="3108960"/>
          </a:xfrm>
          <a:prstGeom prst="ellipse">
            <a:avLst/>
          </a:prstGeom>
          <a:ln w="25400">
            <a:solidFill>
              <a:srgbClr val="00B8A0">
                <a:alpha val="6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697480"/>
            <a:ext cx="2103120" cy="2103120"/>
          </a:xfrm>
          <a:prstGeom prst="ellipse">
            <a:avLst/>
          </a:prstGeom>
          <a:ln w="25400">
            <a:solidFill>
              <a:srgbClr val="00B8A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3200400"/>
            <a:ext cx="1097280" cy="1097280"/>
          </a:xfrm>
          <a:prstGeom prst="ellipse">
            <a:avLst/>
          </a:prstGeom>
          <a:ln w="25400">
            <a:solidFill>
              <a:srgbClr val="00B8A0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336499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0" descr="/home/claude/wifi_sense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2014" y="3537814"/>
            <a:ext cx="422453" cy="42245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" y="534924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تغییر سیگنال ← تشخیص حضور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معماری سیستم: دو ماژول ESP32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برد به‌عنوان فرستنده و برد دیگر به‌عنوان گیرنده و مدیریت داده برنامه‌ریزی شده است.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086600" y="196596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0A2540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0" y="2331720"/>
            <a:ext cx="960120" cy="96012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6" name="Image 0" descr="/home/claude/wifi_sense/icon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2827" y="2547747"/>
            <a:ext cx="528066" cy="5280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86600" y="34747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86600" y="3886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شماره 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06640" y="43434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روی ۶۴ کانال وای‌فای بسته‌های داده ارسال می‌کند؛ این بسته‌ها به شکل امواج الکترومغناطیسی در فضا منتشر می‌شوند.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68680" y="1965960"/>
            <a:ext cx="4160520" cy="3566160"/>
          </a:xfrm>
          <a:prstGeom prst="roundRect">
            <a:avLst>
              <a:gd name="adj" fmla="val 3077"/>
            </a:avLst>
          </a:prstGeom>
          <a:solidFill>
            <a:srgbClr val="123A5C"/>
          </a:solidFill>
          <a:ln/>
        </p:spPr>
      </p:sp>
      <p:sp>
        <p:nvSpPr>
          <p:cNvPr id="11" name="Shape 8"/>
          <p:cNvSpPr/>
          <p:nvPr/>
        </p:nvSpPr>
        <p:spPr>
          <a:xfrm>
            <a:off x="2468880" y="2331720"/>
            <a:ext cx="960120" cy="96012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2" name="Image 1" descr="/home/claude/wifi_sense/icons/tow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4907" y="2547747"/>
            <a:ext cx="528066" cy="5280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3474720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Receiver-Manager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68680" y="38862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شماره ۲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188720" y="43434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بسته‌های ارسالی را دریافت کرده و از طریق پورت سریال (Serial) به کامپیوتر تحویل می‌دهد.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806440" y="3063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home/claude/wifi_sense/icons/signal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3191256"/>
            <a:ext cx="384048" cy="38404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126480" y="3730752"/>
            <a:ext cx="0" cy="822960"/>
          </a:xfrm>
          <a:prstGeom prst="line">
            <a:avLst/>
          </a:prstGeom>
          <a:noFill/>
          <a:ln w="19050">
            <a:solidFill>
              <a:srgbClr val="9AA9B3"/>
            </a:solidFill>
            <a:prstDash val="dash"/>
          </a:ln>
        </p:spPr>
      </p:sp>
      <p:sp>
        <p:nvSpPr>
          <p:cNvPr id="19" name="Text 14"/>
          <p:cNvSpPr/>
          <p:nvPr/>
        </p:nvSpPr>
        <p:spPr>
          <a:xfrm>
            <a:off x="5166360" y="4251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۶۴ کانال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ارسال داده روی ۶۴ کانال وای‌فای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2194560"/>
            <a:ext cx="777240" cy="77724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5" name="Image 0" descr="/home/claude/wifi_sense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0839" y="2369439"/>
            <a:ext cx="427482" cy="4274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پویش کامل طیف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ماژول Sender به‌ترتیب روی هر ۶۴ کانال موجود وای‌فای، بسته‌های داده ارسال می‌کند.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72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89120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0" y="2194560"/>
            <a:ext cx="777240" cy="77724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1" name="Image 1" descr="/home/claude/wifi_sense/icons/sig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9879" y="236943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انتشار به شکل موج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هر بسته در قالب امواج الکترومغناطیسی در فضای اتاق منتشر و از موانع و بدن افراد عبور می‌کند.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16" name="Shape 12"/>
          <p:cNvSpPr/>
          <p:nvPr/>
        </p:nvSpPr>
        <p:spPr>
          <a:xfrm>
            <a:off x="9464040" y="2194560"/>
            <a:ext cx="777240" cy="77724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7" name="Image 2" descr="/home/claude/wifi_sens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19" y="2369439"/>
            <a:ext cx="427482" cy="42748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تأثیرپذیری از محیط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412480" y="3703320"/>
            <a:ext cx="2880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حضور یا حرکت افراد باعث تغییر در قدرت و الگوی این امواج دریافتی می‌شود.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753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 لولهٔ جمع‌آوری داده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داده‌های دریافتی از سریال، توسط یک اسکریپت پایتون خوانده و در فایل ذخیره می‌شوند.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151876" y="21488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23A5C"/>
          </a:solidFill>
          <a:ln/>
        </p:spPr>
      </p:sp>
      <p:sp>
        <p:nvSpPr>
          <p:cNvPr id="5" name="Shape 3"/>
          <p:cNvSpPr/>
          <p:nvPr/>
        </p:nvSpPr>
        <p:spPr>
          <a:xfrm>
            <a:off x="9272016" y="2560320"/>
            <a:ext cx="868680" cy="86868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6" name="Image 0" descr="/home/claude/wifi_sense/icons/tow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7469" y="275577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4756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ماژول Receiver-Manager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80476" y="4206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ارسال داده روی پورت Serial</a:t>
            </a:r>
            <a:endParaRPr lang="en-US" sz="1200" dirty="0"/>
          </a:p>
        </p:txBody>
      </p:sp>
      <p:pic>
        <p:nvPicPr>
          <p:cNvPr id="9" name="Image 1" descr="/home/claude/wifi_sense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529584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39996" y="21488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0A2540"/>
          </a:solidFill>
          <a:ln/>
        </p:spPr>
      </p:sp>
      <p:sp>
        <p:nvSpPr>
          <p:cNvPr id="11" name="Shape 7"/>
          <p:cNvSpPr/>
          <p:nvPr/>
        </p:nvSpPr>
        <p:spPr>
          <a:xfrm>
            <a:off x="5660136" y="2560320"/>
            <a:ext cx="868680" cy="86868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2" name="Image 2" descr="/home/claude/wifi_sense/icons/pyth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589" y="2755773"/>
            <a:ext cx="477774" cy="47777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22876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اسکریپت پایتون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768596" y="4206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خواندن پیوستهٔ داده از سریال</a:t>
            </a:r>
            <a:endParaRPr lang="en-US" sz="1200" dirty="0"/>
          </a:p>
        </p:txBody>
      </p:sp>
      <p:pic>
        <p:nvPicPr>
          <p:cNvPr id="15" name="Image 3" descr="/home/claude/wifi_sense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529584"/>
            <a:ext cx="25603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928116" y="2148840"/>
            <a:ext cx="3108960" cy="3017520"/>
          </a:xfrm>
          <a:prstGeom prst="roundRect">
            <a:avLst>
              <a:gd name="adj" fmla="val 3636"/>
            </a:avLst>
          </a:prstGeom>
          <a:solidFill>
            <a:srgbClr val="123A5C"/>
          </a:solidFill>
          <a:ln/>
        </p:spPr>
      </p:sp>
      <p:sp>
        <p:nvSpPr>
          <p:cNvPr id="17" name="Shape 11"/>
          <p:cNvSpPr/>
          <p:nvPr/>
        </p:nvSpPr>
        <p:spPr>
          <a:xfrm>
            <a:off x="2048256" y="2560320"/>
            <a:ext cx="868680" cy="86868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8" name="Image 4" descr="/home/claude/wifi_sens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3709" y="2755773"/>
            <a:ext cx="477774" cy="47777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0996" y="37033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فایل داده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1156716" y="420624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ذخیره‌سازی برای برچسب‌گذاری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برچسب‌گذاری و ساخت دیتاست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داده‌های جمع‌آوری‌شده بر اساس تعداد افراد حاضر در اتاق، در سه دسته برچسب‌گذاری شدند.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" y="196596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423160"/>
            <a:ext cx="914400" cy="914400"/>
          </a:xfrm>
          <a:prstGeom prst="ellipse">
            <a:avLst/>
          </a:prstGeom>
          <a:solidFill>
            <a:srgbClr val="E8F6F3"/>
          </a:solidFill>
          <a:ln/>
        </p:spPr>
      </p:sp>
      <p:pic>
        <p:nvPicPr>
          <p:cNvPr id="6" name="Image 0" descr="/home/claude/wifi_sense/icons/user_sl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276" y="26517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۰ نفر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73836" y="4114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کسی در اتاق نیست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448556" y="196596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37276" y="2423160"/>
            <a:ext cx="914400" cy="914400"/>
          </a:xfrm>
          <a:prstGeom prst="ellipse">
            <a:avLst/>
          </a:prstGeom>
          <a:solidFill>
            <a:srgbClr val="E8F6F3"/>
          </a:solidFill>
          <a:ln/>
        </p:spPr>
      </p:sp>
      <p:pic>
        <p:nvPicPr>
          <p:cNvPr id="11" name="Image 1" descr="/home/claude/wifi_sense/icons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876" y="26517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8556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 نفر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31436" y="4114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یک نفر در اتاق است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6156" y="1965960"/>
            <a:ext cx="3291840" cy="3429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94876" y="2423160"/>
            <a:ext cx="914400" cy="914400"/>
          </a:xfrm>
          <a:prstGeom prst="ellipse">
            <a:avLst/>
          </a:prstGeom>
          <a:solidFill>
            <a:srgbClr val="E8F6F3"/>
          </a:solidFill>
          <a:ln/>
        </p:spPr>
      </p:sp>
      <p:pic>
        <p:nvPicPr>
          <p:cNvPr id="16" name="Image 2" descr="/home/claude/wifi_sens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76" y="265176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06156" y="35661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۲ نفر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289036" y="411480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 نفر در اتاق هستند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مقایسهٔ مدل‌های یادگیری ماشین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داده‌های برچسب‌خورده به سه مدل مختلف طبقه‌بندی داده شد تا بهترین مدل انتخاب شود.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0956" y="196596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02536" y="2468880"/>
            <a:ext cx="868680" cy="868680"/>
          </a:xfrm>
          <a:prstGeom prst="ellipse">
            <a:avLst/>
          </a:prstGeom>
          <a:solidFill>
            <a:srgbClr val="E8F6F3"/>
          </a:solidFill>
          <a:ln/>
        </p:spPr>
      </p:sp>
      <p:pic>
        <p:nvPicPr>
          <p:cNvPr id="6" name="Image 0" descr="/home/claude/wifi_sense/icons/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9706" y="2686050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0956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19556" y="4251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دقت پایین‌تر نسبت به XGBoost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48556" y="196596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60136" y="2468880"/>
            <a:ext cx="868680" cy="868680"/>
          </a:xfrm>
          <a:prstGeom prst="ellipse">
            <a:avLst/>
          </a:prstGeom>
          <a:solidFill>
            <a:srgbClr val="E8F6F3"/>
          </a:solidFill>
          <a:ln/>
        </p:spPr>
      </p:sp>
      <p:pic>
        <p:nvPicPr>
          <p:cNvPr id="11" name="Image 1" descr="/home/claude/wifi_sense/icons/br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7306" y="2686050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48556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77156" y="4251960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دقت پایین‌تر نسبت به XGBoost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6156" y="1965960"/>
            <a:ext cx="3291840" cy="3520440"/>
          </a:xfrm>
          <a:prstGeom prst="roundRect">
            <a:avLst>
              <a:gd name="adj" fmla="val 3333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270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29116" y="1764792"/>
            <a:ext cx="1645920" cy="402336"/>
          </a:xfrm>
          <a:prstGeom prst="roundRect">
            <a:avLst>
              <a:gd name="adj" fmla="val 50000"/>
            </a:avLst>
          </a:prstGeom>
          <a:solidFill>
            <a:srgbClr val="00B8A0"/>
          </a:solidFill>
          <a:ln/>
        </p:spPr>
      </p:sp>
      <p:sp>
        <p:nvSpPr>
          <p:cNvPr id="16" name="Text 12"/>
          <p:cNvSpPr/>
          <p:nvPr/>
        </p:nvSpPr>
        <p:spPr>
          <a:xfrm>
            <a:off x="8929116" y="176479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بهترین عملکرد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317736" y="2468880"/>
            <a:ext cx="868680" cy="86868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8" name="Image 2" descr="/home/claude/wifi_sense/icons/br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4906" y="2686050"/>
            <a:ext cx="434340" cy="4343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06156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106156" y="4160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۸۶٪ دقت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334756" y="47548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انتخاب نهایی برای داشبورد بلادرنگ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85800"/>
            <a:ext cx="914400" cy="914400"/>
          </a:xfrm>
          <a:prstGeom prst="ellipse">
            <a:avLst/>
          </a:prstGeom>
          <a:solidFill>
            <a:srgbClr val="123A5C"/>
          </a:solidFill>
          <a:ln/>
        </p:spPr>
      </p:sp>
      <p:pic>
        <p:nvPicPr>
          <p:cNvPr id="3" name="Image 0" descr="/home/claude/wifi_sense/icons/tro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00700" y="8915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7830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8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نتیجهٔ نهایی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۸۶٪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1737360" y="39319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7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دقت تشخیص تعداد افراد حاضر در اتاق با مدل XGBoost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737360" y="45262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بر پایهٔ تحلیل تغییرات سیگنال‌های وای‌فای دریافتی — بدون نیاز به دوربین یا حسگر تصویری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داشبورد بلادرنگ با Streamlit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1018520" y="168249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4" name="Text 2"/>
          <p:cNvSpPr/>
          <p:nvPr/>
        </p:nvSpPr>
        <p:spPr>
          <a:xfrm>
            <a:off x="6309360" y="150876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قدرت سیگنال‌های دریافتی را به‌صورت زنده و در پنجره‌های زمانی ۳ ثانیه‌ای نمایش می‌دهد.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018520" y="273405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6" name="Text 4"/>
          <p:cNvSpPr/>
          <p:nvPr/>
        </p:nvSpPr>
        <p:spPr>
          <a:xfrm>
            <a:off x="6309360" y="25603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هر پنجره، داده به مدل XGBoost ارسال می‌شود.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1018520" y="3785616"/>
            <a:ext cx="146304" cy="146304"/>
          </a:xfrm>
          <a:prstGeom prst="ellipse">
            <a:avLst/>
          </a:prstGeom>
          <a:solidFill>
            <a:srgbClr val="00B8A0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36118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خروجی و پیش‌بینی مدل (تعداد افراد حاضر) بلافاصله روی داشبورد چاپ می‌شود.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0A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1856232"/>
            <a:ext cx="128016" cy="128016"/>
          </a:xfrm>
          <a:prstGeom prst="ellipse">
            <a:avLst/>
          </a:prstGeom>
          <a:solidFill>
            <a:srgbClr val="F25F5C"/>
          </a:solidFill>
          <a:ln/>
        </p:spPr>
      </p:sp>
      <p:sp>
        <p:nvSpPr>
          <p:cNvPr id="11" name="Shape 9"/>
          <p:cNvSpPr/>
          <p:nvPr/>
        </p:nvSpPr>
        <p:spPr>
          <a:xfrm>
            <a:off x="1115568" y="1856232"/>
            <a:ext cx="128016" cy="12801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316736" y="1856232"/>
            <a:ext cx="128016" cy="128016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17647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 Monitor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05840" y="2377440"/>
            <a:ext cx="4480560" cy="2011680"/>
          </a:xfrm>
          <a:prstGeom prst="rect">
            <a:avLst/>
          </a:prstGeom>
          <a:solidFill>
            <a:srgbClr val="0F2F4A"/>
          </a:solidFill>
          <a:ln w="12700">
            <a:solidFill>
              <a:srgbClr val="1C4E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578608"/>
            <a:ext cx="407324" cy="804672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3164" y="3383280"/>
            <a:ext cx="407324" cy="-402336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0487" y="2980944"/>
            <a:ext cx="407324" cy="804672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7811" y="3785616"/>
            <a:ext cx="407324" cy="-603504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35135" y="3182112"/>
            <a:ext cx="407324" cy="704088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42458" y="3886200"/>
            <a:ext cx="407324" cy="-603504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9782" y="3282696"/>
            <a:ext cx="407324" cy="402336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57105" y="3685032"/>
            <a:ext cx="407324" cy="301752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64429" y="3986784"/>
            <a:ext cx="407324" cy="-402336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71753" y="3584448"/>
            <a:ext cx="407324" cy="-804672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79076" y="2779776"/>
            <a:ext cx="407324" cy="402336"/>
          </a:xfrm>
          <a:prstGeom prst="line">
            <a:avLst/>
          </a:prstGeom>
          <a:noFill/>
          <a:ln w="28575">
            <a:solidFill>
              <a:srgbClr val="00B8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44988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قدرت سیگنال (RSSI) در پنجرهٔ ۳ ثانیه‌ای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05840" y="4983480"/>
            <a:ext cx="4480560" cy="1051560"/>
          </a:xfrm>
          <a:prstGeom prst="roundRect">
            <a:avLst>
              <a:gd name="adj" fmla="val 6957"/>
            </a:avLst>
          </a:prstGeom>
          <a:solidFill>
            <a:srgbClr val="123A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4440" y="5202936"/>
            <a:ext cx="621792" cy="621792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29" name="Image 0" descr="/home/claude/wifi_sens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4343" y="5342839"/>
            <a:ext cx="341986" cy="341986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2011680" y="5120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پیش‌بینی مدل: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2011680" y="5440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۱ نفر در اتاق حضور دارد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چشم‌انداز توسعه: پایش سلامت از راه دور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 دقیق‌تر شدن تحلیل سیگنال، از تغییرات ظریف‌تر آن می‌توان اطلاعات بیشتری استخراج کرد؛ از جمله ضربان قلب.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2331720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6" name="Image 0" descr="/home/claude/wifi_sense/icons/heartbea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37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تشخیص ضربان قلب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دقت سیگنال برای استخراج نشانه‌های حیاتی مانند ضربان قلب، بدون تماس فیزیکی با بدن.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1" name="Image 1" descr="/home/claude/wifi_sense/icons/hospit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5374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استفاده در بیمارستان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8620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برد سامانه در ابعاد یک ساختمان برای پایش مداوم علائم حیاتی بیماران.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7033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E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331720"/>
            <a:ext cx="822960" cy="822960"/>
          </a:xfrm>
          <a:prstGeom prst="ellipse">
            <a:avLst/>
          </a:prstGeom>
          <a:solidFill>
            <a:srgbClr val="0A2540"/>
          </a:solidFill>
          <a:ln/>
        </p:spPr>
      </p:sp>
      <p:pic>
        <p:nvPicPr>
          <p:cNvPr id="16" name="Image 2" descr="/home/claude/wifi_sense/icons/nur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374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هشدار به پرستار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28803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اتصال سامانه به یک آلارم که در صورت افت غیرعادی ضربان، بلافاصله به پرستار خانهٔ سالمندان اطلاع می‌دهد.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چشم‌انداز توسعه: سامانهٔ یکپارچه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 ابعاد یک ساختمان کامل، این فناوری می‌تواند مانند یک سامانهٔ نظارتی یکپارچه عمل کند.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5" name="Shape 3"/>
          <p:cNvSpPr/>
          <p:nvPr/>
        </p:nvSpPr>
        <p:spPr>
          <a:xfrm>
            <a:off x="1943100" y="2331720"/>
            <a:ext cx="822960" cy="82296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6" name="Image 0" descr="/home/claude/wifi_sens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5374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پوشش سراسری ساختمان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افزایش برد سیگنال تا سطح یک ساختمان کامل برای رصد هم‌زمان چند فضا.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1" name="Image 1" descr="/home/claude/wifi_sense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5374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جایگزین دوربین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عملکرد مشابه یک سامانهٔ دوربین مداربسته، بدون ثبت تصویر و با حفظ کامل حریم خصوصی.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123A5C"/>
          </a:solidFill>
          <a:ln/>
        </p:spPr>
      </p:sp>
      <p:sp>
        <p:nvSpPr>
          <p:cNvPr id="15" name="Shape 11"/>
          <p:cNvSpPr/>
          <p:nvPr/>
        </p:nvSpPr>
        <p:spPr>
          <a:xfrm>
            <a:off x="9441180" y="2331720"/>
            <a:ext cx="822960" cy="82296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16" name="Image 2" descr="/home/claude/wifi_sense/icons/cu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25374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شبیه‌سازی سه‌بعدی محیط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D4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بازسازی سه‌بعدیِ موقعیت و حرکت افراد در فضا، تنها از روی تغییرات سیگنال بی‌سیم.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147572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17036" y="640080"/>
            <a:ext cx="4754880" cy="4754880"/>
          </a:xfrm>
          <a:prstGeom prst="ellipse">
            <a:avLst/>
          </a:prstGeom>
          <a:ln w="17780">
            <a:solidFill>
              <a:srgbClr val="00B8A0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57116" y="1280160"/>
            <a:ext cx="3474720" cy="3474720"/>
          </a:xfrm>
          <a:prstGeom prst="ellipse">
            <a:avLst/>
          </a:prstGeom>
          <a:ln w="17780">
            <a:solidFill>
              <a:srgbClr val="00B8A0">
                <a:alpha val="3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97196" y="1920240"/>
            <a:ext cx="2194560" cy="2194560"/>
          </a:xfrm>
          <a:prstGeom prst="ellipse">
            <a:avLst/>
          </a:prstGeom>
          <a:ln w="17780">
            <a:solidFill>
              <a:srgbClr val="00B8A0">
                <a:alpha val="2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91556" y="2514600"/>
            <a:ext cx="1005840" cy="1005840"/>
          </a:xfrm>
          <a:prstGeom prst="ellipse">
            <a:avLst/>
          </a:prstGeom>
          <a:solidFill>
            <a:srgbClr val="00B8A0"/>
          </a:solidFill>
          <a:ln/>
        </p:spPr>
      </p:sp>
      <p:pic>
        <p:nvPicPr>
          <p:cNvPr id="6" name="Image 0" descr="/home/claude/wifi_sense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27660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4617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سپاس از توجه شما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EC3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پروژهٔ WiFi-Sense — تشخیص حضور و آیندهٔ حس‌گری بی‌سیم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2026-07-22T20:15:24Z</dcterms:created>
  <dcterms:modified xsi:type="dcterms:W3CDTF">2026-07-22T20:15:24Z</dcterms:modified>
</cp:coreProperties>
</file>